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FC Manager  ·  Warehouse Deployment Proposal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424160" y="6565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dirty="0">
                <a:solidFill>
                  <a:srgbClr val="000000"/>
                </a:solidFill>
              </a:rPr>
              <a:t>🚛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FC Manager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Dock &amp; Gate Management for the Warehouse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0" y="35204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warehouse deployment approval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· Outbound · Zero-paper workflows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local network — no cloud dependency · Mobile-first UI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when vehicles arrive at the warehouse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749040" cy="164592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2618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 logs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Gate, dock &amp; security teams maintain separate registers. Matching them later is guesswork.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097280"/>
            <a:ext cx="3749040" cy="164592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34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49240" y="12618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Phone-call coordination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calls supervisor, supervisor calls OM. No single source of truth while the vehicle waits.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097280"/>
            <a:ext cx="3749040" cy="164592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234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81160" y="12618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18745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manager can not tell which dock is free, which is busy, or which vehicle is stuck.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749040" cy="164592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089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17320" y="31363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rejection workflow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seals, wrong vehicles, dirty trucks — all handled over WhatsApp with no audit trail.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2971800"/>
            <a:ext cx="3749040" cy="164592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1089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349240" y="31363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scattered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17720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/ gate / stacking photos sit in different phones. No way to link them to a shipment.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2971800"/>
            <a:ext cx="3749040" cy="164592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31089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281160" y="31363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performance data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9640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unload time? Best-performing dock? Unknown. Zero data to improve throughput.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 delay, every mismatch, every disputed claim costs money and trust.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app that links Security, Dock Supervisors, and Operations in real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005840"/>
          </a:xfrm>
          <a:prstGeom prst="round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web app on your LAN → four role-based dashboards → live updates via socket.io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cloud. No monthly SaaS fee. No app-store install. Anything with a browser is a terminal.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97480" cy="3886200"/>
          </a:xfrm>
          <a:prstGeom prst="roundRect">
            <a:avLst>
              <a:gd name="adj" fmla="val 5085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17320" y="23591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Security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331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shipment QR, clicks vehicle photo, fills driver details. System auto-assigns a dock or queues the vehicle.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697480" cy="3886200"/>
          </a:xfrm>
          <a:prstGeom prst="roundRect">
            <a:avLst>
              <a:gd name="adj" fmla="val 5085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331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251960" y="23591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Supervisor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971800"/>
            <a:ext cx="2331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their dock. Checks seal → opens gate (with photo) → marks offloaded. Can reject vehicles with reason + photo.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697480" cy="3886200"/>
          </a:xfrm>
          <a:prstGeom prst="roundRect">
            <a:avLst>
              <a:gd name="adj" fmla="val 5085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331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86600" y="23591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Manager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971800"/>
            <a:ext cx="2331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dock scorecards, waiting queue, rejections approval workflow, performance by dock &amp; supervisor, Excel exports.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2194560"/>
            <a:ext cx="2697480" cy="3886200"/>
          </a:xfrm>
          <a:prstGeom prst="roundRect">
            <a:avLst>
              <a:gd name="adj" fmla="val 5085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331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921240" y="23591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9720" y="2971800"/>
            <a:ext cx="2331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master control: docks, users, bulk Excel import, full history log, type configuration (inbound / outbound).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shipment → one record → full trail from gate in to gate 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gate arrival to gate departure — every step is logged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828800" cy="23774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2588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371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ARRIVED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Security scans shipment QR, snaps number-plate photo, adds driver details + purpose (inbound / outbound).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67712" y="2286000"/>
            <a:ext cx="182880" cy="182880"/>
          </a:xfrm>
          <a:prstGeom prst="right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1188720"/>
            <a:ext cx="1828800" cy="23774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13258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371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50592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QUEUED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96312" y="242316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 free matching dock? Vehicle joins the waiting queue. Auto-assigns when a matching dock becomes free.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9664" y="2286000"/>
            <a:ext cx="182880" cy="182880"/>
          </a:xfrm>
          <a:prstGeom prst="right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1104" y="1188720"/>
            <a:ext cx="1828800" cy="23774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55464" y="132588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1371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352544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ASSIGNED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98264" y="242316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Dock allocated. Supervisor sees the vehicle on their screen. Driver gets a WhatsApp notification in his language.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71616" y="2286000"/>
            <a:ext cx="182880" cy="182880"/>
          </a:xfrm>
          <a:prstGeom prst="right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1188720"/>
            <a:ext cx="1828800" cy="23774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57416" y="132588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1371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54496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GATE OPEN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0216" y="242316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Supervisor captures seal photo + gate-opened photo (inbound) OR empty-vehicle photo (outbound). Dock turns red.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73568" y="2286000"/>
            <a:ext cx="182880" cy="182880"/>
          </a:xfrm>
          <a:prstGeom prst="right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65008" y="1188720"/>
            <a:ext cx="1828800" cy="23774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9368" y="132588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59368" y="1371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156448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COMPLETED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02168" y="242316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Vehicle offloaded / loaded. Stacking photo captured. Dock turns green and the next queued vehicle drops in.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875520" y="2286000"/>
            <a:ext cx="182880" cy="182880"/>
          </a:xfrm>
          <a:prstGeom prst="right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6960" y="1188720"/>
            <a:ext cx="1828800" cy="23774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61320" y="1325880"/>
            <a:ext cx="640080" cy="6400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61320" y="1371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005840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DEPARTED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104120" y="242316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Security clicks "Departed". Full journey — times, photos, users, durations — is saved permanently.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Every stage has a timestamp. Dashboards show live elapsed time. Disputes become a matter of checking the app.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4663440"/>
            <a:ext cx="11247120" cy="164592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Data captured at each stage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" y="5074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📸  Photos: plate, seal, gate, stacking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5074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⏱️   Timestamps: arrival, assign, gate-open, offload, depart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" y="5440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👤  Users: who registered, who opened gate, who closed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63640" y="5440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🏭  Dock + supervisor linkage for every shipment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" y="5806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📦  Shipment, driver name, driver mobile, vehicle no (with plate history on swaps)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63640" y="5806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🚫  Rejection reason + photo + OM decision trail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what we will show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5-minute walkthrough across all four roles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532120" cy="2377440"/>
          </a:xfrm>
          <a:prstGeom prst="roundRect">
            <a:avLst>
              <a:gd name="adj" fmla="val 5769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5532120" cy="457200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Security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shipment QR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Inbound or Outbound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vehicle photo + driver info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Register → watch the auto-assigned dock appear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051560"/>
            <a:ext cx="5532120" cy="2377440"/>
          </a:xfrm>
          <a:prstGeom prst="roundRect">
            <a:avLst>
              <a:gd name="adj" fmla="val 576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051560"/>
            <a:ext cx="5532120" cy="4572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0972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Dock Supervisor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164592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appears on dock screen instantly (socket.io)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seal photo, open the gate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live timer tick up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offloaded with stacking photo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5532120" cy="2377440"/>
          </a:xfrm>
          <a:prstGeom prst="roundRect">
            <a:avLst>
              <a:gd name="adj" fmla="val 5769"/>
            </a:avLst>
          </a:prstGeom>
          <a:solidFill>
            <a:srgbClr val="F3E8FF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11880"/>
            <a:ext cx="5532120" cy="457200"/>
          </a:xfrm>
          <a:prstGeom prst="roundRect">
            <a:avLst>
              <a:gd name="adj" fmla="val 30000"/>
            </a:avLst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576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 Manager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dock scorecards turn from green → orange → red → green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deny a rejection (with OM comment)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performance: top dock, top supervisor, avg unload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day-wise Excel for auditors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611880"/>
            <a:ext cx="5532120" cy="2377440"/>
          </a:xfrm>
          <a:prstGeom prst="roundRect">
            <a:avLst>
              <a:gd name="adj" fmla="val 576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611880"/>
            <a:ext cx="5532120" cy="457200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6576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Admin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420624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docks via Excel import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supervisors, assign them to docks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vehicle history log with photos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data before going live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workflow — the real game-changer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bad trucks the way warehouses actually work — with photo proof and OM sign-off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94960" cy="5394960"/>
          </a:xfrm>
          <a:prstGeom prst="roundRect">
            <a:avLst>
              <a:gd name="adj" fmla="val 2542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</a:rPr>
              <a:t>📥 INBOUND (Unloading)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Damaged seal · Wrong shipment · Quality issue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9476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Supervisor raises rejection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Captures reason + photo. Dock freed instantly. Queue drains next vehicle.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788920"/>
            <a:ext cx="411480" cy="4114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7706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OM reviews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063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Approves (rectification needed) OR denies (back to queue).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611880"/>
            <a:ext cx="411480" cy="4114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5935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Rectification on-site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886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Driver fixes the issue. Vehicle waits in "Rejected — On Hold".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4434840"/>
            <a:ext cx="411480" cy="4114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4165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OM resolves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709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Vehicle goes back to queue and gets reassigned automatically.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5257800"/>
            <a:ext cx="411480" cy="4114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257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2395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Unload continues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5532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Normal flow resumes. Full audit trail preserved.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1005840"/>
            <a:ext cx="5394960" cy="5394960"/>
          </a:xfrm>
          <a:prstGeom prst="roundRect">
            <a:avLst>
              <a:gd name="adj" fmla="val 254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097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📤 OUTBOUND (Loading)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83680" y="1554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Driver drunk · Wrong vehicle · Truck not clean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196596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19476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Supervisor raises rejection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23760" y="2240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Reason + photo. Dock freed. Vehicle marked "on hold".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29400" y="278892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23760" y="27706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OM approves the rejection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3063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Transporter is notified to send a replacement vehicle.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29400" y="361188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23760" y="35935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Replacement arrives at gate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23760" y="3886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Security enters the SAME shipment → system auto-swaps vehicle details.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29400" y="443484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23760" y="44165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Old vehicle departs "Rejected"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223760" y="4709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Security closes the old record separately. No extra vehicle stuck on-site.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629400" y="525780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5257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223760" y="52395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New vehicle loads normally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223760" y="5532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Shipment history shows both plates and the swap reason.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already handled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scenarios built into the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749040" cy="16002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2161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swap on same shipment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outbound truck is rejected, the next truck coming for the same shipment is auto-linked — no data entry from scratch.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051560"/>
            <a:ext cx="3749040" cy="16002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49240" y="12161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type mismatch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18288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vehicle cannot be assigned to an outbound dock and vice-versa. System enforces this on manual override too.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051560"/>
            <a:ext cx="3749040" cy="16002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81160" y="12161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hand-off mid-shift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18288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can reassign a dock to a new supervisor — except when the dock is actively in progress (gate open).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749040" cy="16002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71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17320" y="29992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deactivation safely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6118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deactivate a dock with a vehicle on it. Blocked with a clear error message.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2834640"/>
            <a:ext cx="3749040" cy="16002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971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📲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349240" y="29992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WhatsApp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17720" y="36118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Indian languages (English, Hindi, Marathi, Gujarati, Tamil, Telugu, Kannada, Punjabi, Bengali). Last-used language is remembered.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2834640"/>
            <a:ext cx="3749040" cy="16002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2971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281160" y="29992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timers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9640" y="36118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card shows elapsed time since assignment / since gate open — visible to OM at a glance.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3749040" cy="16002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754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417320" y="47823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bulk import / export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" y="5394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sample, fill docks or users in bulk, upload back. Daily vehicle log exports to Excel for auditors.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89120" y="4617720"/>
            <a:ext cx="3749040" cy="16002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754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349240" y="47823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Offline-friendly disconnect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17720" y="5394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server briefly disconnects, the UI shows a visual "truck broke down" overlay. When it reconnects, work resumes.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21040" y="4617720"/>
            <a:ext cx="3749040" cy="16002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4754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281160" y="47823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UI for ground staff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49640" y="5394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Dock screens show only what they need. OM + Admin get the dense data-rich view. No training for operators.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 — value to the warehouse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benefits for operations, compliance, and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16128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Instant visibility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Live dock status on every manager's screen. No more "what's happening at gate 3?" calls.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05156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344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995160" y="116128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Faster turnaround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50876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Auto-dock assignment removes the human bottleneck. Queue drains the moment a dock goes green.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3288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245973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Accountability &amp; audit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807208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Every action is logged with user, timestamp, photo. Disputes with transporters end in seconds, not days.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350008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53288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95160" y="245973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Data-driven improvement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2807208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Avg unload time, rejection %, top-performing docks / supervisors — KPIs finally become measurable.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48456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31336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80160" y="375818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Zero cloud dependency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105656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Runs on your own LAN. No SaaS fees. No internet outage downtime. Data stays inside your warehouse.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648456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831336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95160" y="375818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Works on any device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4105656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Phones at the gate, tablets on dock, desktops in the OM cabin. Responsive UI, no app install.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946904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129784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280160" y="505663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Low cost to deploy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5404104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Single Windows machine + browsers. No licensing. One-time internal effort, no recurring bills.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4946904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5129784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🛠️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995160" y="505663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Extensible &amp; owned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95160" y="5404104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Source code stays with us. New roles, new photo types, new KPIs can be added without vendor lock-in.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senior management can expect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measurable from day 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74320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99132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vehicle wait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325880"/>
            <a:ext cx="274320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2199132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with audit trail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325880"/>
            <a:ext cx="274320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2199132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required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35440" y="1188720"/>
            <a:ext cx="2560320" cy="1554480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325880"/>
            <a:ext cx="256032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235440" y="2199132"/>
            <a:ext cx="25603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1 app, live sync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54680"/>
            <a:ext cx="274320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" y="4027932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for WhatsApp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01752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154680"/>
            <a:ext cx="274320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383280" y="4027932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Local-network operation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01752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154680"/>
            <a:ext cx="274320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09360" y="4027932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&amp; daily exports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35440" y="3017520"/>
            <a:ext cx="2560320" cy="1554480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3154680"/>
            <a:ext cx="256032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235440" y="4027932"/>
            <a:ext cx="25603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cloud, no SaaS fees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846320"/>
            <a:ext cx="11338560" cy="1463040"/>
          </a:xfrm>
          <a:prstGeom prst="roundRect">
            <a:avLst>
              <a:gd name="adj" fmla="val 9375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</a:rPr>
              <a:t>📈  Reports straight out of the app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7240" y="5303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Average time on site (per day / week / month)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5303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Top-performing dock and top-performing supervisor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Rejections raised, approved, denied, resolved (by cause)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Vehicles processed per dock type (inbound vs outbound)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Daily exports to Excel for finance &amp; transporter audits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Live "on-site" census — how many trucks are in the campus right now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footprint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 to run this in our warehouse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943600" cy="5212080"/>
          </a:xfrm>
          <a:prstGeom prst="roundRect">
            <a:avLst>
              <a:gd name="adj" fmla="val 26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Deployment diagram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17373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737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🖥  Warehouse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(Node.js + SQLite)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83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Security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Phone/Tablet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3337560"/>
            <a:ext cx="2057400" cy="-822960"/>
          </a:xfrm>
          <a:prstGeom prst="line">
            <a:avLst/>
          </a:prstGeom>
          <a:noFill/>
          <a:ln w="25400">
            <a:solidFill>
              <a:srgbClr val="EEF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333756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3383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40280" y="3749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Dock Supervisor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Tablet at each dock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3337560"/>
            <a:ext cx="594360" cy="-822960"/>
          </a:xfrm>
          <a:prstGeom prst="line">
            <a:avLst/>
          </a:prstGeom>
          <a:noFill/>
          <a:ln w="25400">
            <a:solidFill>
              <a:srgbClr val="EEF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333756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383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320" y="3749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Ops Manager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Desktop/Laptop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0" y="3337560"/>
            <a:ext cx="-868680" cy="-822960"/>
          </a:xfrm>
          <a:prstGeom prst="line">
            <a:avLst/>
          </a:prstGeom>
          <a:noFill/>
          <a:ln w="25400">
            <a:solidFill>
              <a:srgbClr val="EEF2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333756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383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66360" y="3749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Desktop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60720" y="3337560"/>
            <a:ext cx="-2331720" cy="-822960"/>
          </a:xfrm>
          <a:prstGeom prst="line">
            <a:avLst/>
          </a:prstGeom>
          <a:noFill/>
          <a:ln w="25400">
            <a:solidFill>
              <a:srgbClr val="EE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34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⟵  connected via warehouse LAN / Wi-Fi  ⟶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</a:rPr>
              <a:t>Tech choices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166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Node.js + SQLite + socket.io (single process, single file DB)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React + Vite + Tailwind (served by the same server)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JWT with auto-persisted secret · bcrypt password hashing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Realtime: socket.io pushes updates to all dashboards on every state change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1051560"/>
            <a:ext cx="5212080" cy="2560320"/>
          </a:xfrm>
          <a:prstGeom prst="roundRect">
            <a:avLst>
              <a:gd name="adj" fmla="val 5357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Footprint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1508760"/>
            <a:ext cx="4754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Windows / Linux server (2 CPU, 4 GB RAM is plenty)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file — full backup = copying one file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folder — photos stored locally, served back via HTTPS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browser → no install, no app-store, no device-specific build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folder — every API call + decision kept for compliance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3749040"/>
            <a:ext cx="5212080" cy="2560320"/>
          </a:xfrm>
          <a:prstGeom prst="roundRect">
            <a:avLst>
              <a:gd name="adj" fmla="val 535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Security posture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420624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— 401 interceptor auto-logs out on expiry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login endpoint — blocks brute-force attempts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every action is scoped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 + global error handler (no raw stack traces to users)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photos + logs stay on-premise. Nothing leaves the warehouse LAN.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roll-out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phased deployment with a clear owner for each step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143000"/>
            <a:ext cx="978408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2344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Pilot — 1 gate, 2 docks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48840" y="15544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Deploy to one machine, enroll security + 2 supervisors, shadow-run alongside paper register.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65960" y="2103120"/>
            <a:ext cx="978408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1945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Operator feedback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25146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Collect friction points, fix UI / label tweaks, re-train if needed. Add remaining docks.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965960" y="3063240"/>
            <a:ext cx="978408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315468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Go live fully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34747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Paper register retired. Full gate + all docks + OM live. Daily Excel export for finance.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23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965960" y="4023360"/>
            <a:ext cx="978408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41148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Optimise &amp; measure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48840" y="44348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Read performance stats, tune dock assignments, set KPIs for supervisors &amp; OM.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83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Month 2+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965960" y="4983480"/>
            <a:ext cx="978408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507492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Iterate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48840" y="53949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Add new fields, new reports, new roles based on what senior management asks for.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035040"/>
            <a:ext cx="1133856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035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7706"/>
                </a:solidFill>
              </a:rPr>
              <a:t>Zero-risk rollback: shut the server down and the warehouse reverts to its old paper flow. No vendor lock-in.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senior management to move forward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5321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✅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</a:rPr>
              <a:t>Green light for pilot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87452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Approval to run the 1-gate / 2-dock pilot for 2 weeks.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097280"/>
            <a:ext cx="55321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417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💻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543800" y="13716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</a:rPr>
              <a:t>One server allocation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43800" y="187452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 basic machine on the warehouse LAN — existing hardware is fine.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55321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37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👥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828800" y="32918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</a:rPr>
              <a:t>Operator time for 2 hrs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379476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Security + 2 supervisors for a short training and shadow run.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017520"/>
            <a:ext cx="55321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337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📣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543800" y="32918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</a:rPr>
              <a:t>OM sponsorship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43800" y="379476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Endorsement from Operations so ground staff adopt the app with confidence.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983480"/>
            <a:ext cx="11338560" cy="1463040"/>
          </a:xfrm>
          <a:prstGeom prst="roundRect">
            <a:avLst>
              <a:gd name="adj" fmla="val 9375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0749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 have already built it. We have already tested it.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All we need is the go-ahead to plug it in.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→ live demo next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FC Manager — built in-house, owned in-house.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Warehouse Operations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FC Manager — Warehouse Pitch Deck</dc:title>
  <dc:subject>PptxGenJS Presentation</dc:subject>
  <dc:creator>Internal Technology Team</dc:creator>
  <cp:lastModifiedBy>Internal Technology Team</cp:lastModifiedBy>
  <cp:revision>1</cp:revision>
  <dcterms:created xsi:type="dcterms:W3CDTF">2026-04-24T05:28:11Z</dcterms:created>
  <dcterms:modified xsi:type="dcterms:W3CDTF">2026-04-24T05:28:11Z</dcterms:modified>
</cp:coreProperties>
</file>